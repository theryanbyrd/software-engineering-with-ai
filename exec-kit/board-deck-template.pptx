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Open with this single sentence. Do not pre-explain.
• The phrase 'investment posture' is doing the work — distinguishes us from companies cutting headcount in the name of AI.
• Pause after reading. Let it land before moving to slide 2.
• If asked to define investment posture vs substitution: 'Substitution means cutting people because we have AI. Investment means adding AI to the people we have. We chose investment.'
• Do NOT promise specific throughput numbers on this slide. Slide 3 has the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Open with the dollar figure. Big number, no preamble.
• The four boxes (named outcomes / owner / cadence) are the structural commitment. Walk through each in &lt;30 seconds.
• The 'where it goes' breakdown answers the implicit CFO question. Have the cost dashboard ready as a follow-up.
• Do NOT take questions on individual line items here. Answer questions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Six metrics, no more. Resist the urge to add the seventh.
• Read in order: throughput (lead time, deploy freq), then quality (CFR, MTTR), then operational (failed-one-shot, cost).
• If a metric is bad, do NOT bury it. Address it directly: 'Lead time is flat; we expected −10%; here's why and here's what we're doing.'
• 'Failed-one-shot' may be unfamiliar to the board. Brief explanation: 'Percentage of agent attempts that don't succeed on first try. We track it because it tells us where to invest in the harness.'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Five risks, each with a named mitigation. Do NOT present risks without mitigations — that creates anxiety, not confidence.
• If asked about a risk not listed, the answer is: 'Good question — let me follow up with the specific mitigation.' Don't improvise.
• External risks (vendor terms) and internal risks (autonomy drift) are both represented. This is intentional.
• Close the deck after this slide. Do NOT add a 'thank you' slide. The risks slide is the close — it shows you've thought it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— BOARD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Q[N] [YEAR]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04  ·  POSTURE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pursuing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posture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AI in engineering.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 AI capacity </a:t>
            </a:r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headcount.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expect throughput up and quality flat-to-rising,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six-month review against named metrics.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  ·  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$[X.XM]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for fiscal year [YYYY]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OUTCOMES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8-15% throughput gain on tier-2 work · quality at or above baseline · zero AI-attributed customer incidents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name], VP Engineering · with [Platform Lead], harness · CISO countersign on tooling matrix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023360"/>
            <a:ext cx="521208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160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4434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 · monthly dashboard to CFO · weekly cost telemetry to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[$X]K · per-seat licenses (Cursor/Copilot/Claude Code)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[$X]K · API token spend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[$X]K · platform engineering time on harness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[$X]K · governance, security review, training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  · 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(TIER-2)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Q[N-1]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55448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7091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Q[N-1] baseline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55448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FAILURE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5953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AI-attributed change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8620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Q[N-1] baseline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88620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88620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FAILED-ONE-SHOT RATIO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70916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41% in M1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88620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PER-DEV TOKEN SPEND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0" y="4480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$92/wk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859536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median; under budget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  ·  RISKS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terms change unexpectedly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vendor changes pricing, training opt-in defaults, or deprecates features with insufficient notice.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463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7099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contract reviews · multi-vendor approach · vendor-changes log · contractual notice obligations on renewal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AI-authored code defect in production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AI-assisted change passes review and CI but causes a customer-impacting incident.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3774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6243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review (AI reviewer subagent + human) · CODEOWNER gating on sensitive paths · canary deploys · AI-aware postmortem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burnout / quality decay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engineers absorb increased PR volume; review quality drops; slop accumulates.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291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35387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PR-size limits · round-robin review · PR throughput caps per author · quality decay monitoring (mutation score, revert rate)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exposure via AI tooling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Customer-classified data sent to AI vendor without contractual protection.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2062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44531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hooks block known patterns · data classification matrix · cost gateway logs all calls · quarterly prompt-injection exercises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overrun on token spend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spend exceeds forecast due to model-mix shift or retry loops.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51206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53675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Per-developer cost dashboard · routing discipline (Sonnet default, Opus on review) · monthly forecast vs actual · CFO has dashboard access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[Your Company]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— Board Update</dc:title>
  <dc:subject>PptxGenJS Presentation</dc:subject>
  <dc:creator>VP Engineering</dc:creator>
  <cp:lastModifiedBy>VP Engineering</cp:lastModifiedBy>
  <cp:revision>1</cp:revision>
  <dcterms:created xsi:type="dcterms:W3CDTF">2026-05-04T15:17:15Z</dcterms:created>
  <dcterms:modified xsi:type="dcterms:W3CDTF">2026-05-04T15:17:15Z</dcterms:modified>
</cp:coreProperties>
</file>