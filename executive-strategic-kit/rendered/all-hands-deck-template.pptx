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
• 'Thanks for being here. Most of you have heard rumors. I want to set the record straight in one talk.'
• Set expectation: 'I'll talk for 15 minutes, then we'll have 30 minutes for questions. No question is too pointed.'
• Acknowledge it's a charged topic: 'I know there's anxiety in the industry about AI and engineering jobs. I'm going to address that directly.'
• DO NOT open with a vendor logo or a benchmark chart. Open with the human reality.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Investment vs substitution is the most important distinction. Spend 1-2 minutes on it.
• Acknowledge: 'You will have heard about other companies cutting headcount and saying AI will compensate. That is not what we're doing here, and I'm willing to put that in writing.'
• Keep tone confident and warm. This is reassurance, not propaganda.
• If you're being honest because you've been told by your CEO to cut later, this slide is dishonest. Don't give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This is the most important slide of the talk. Read it slowly. Make eye contact.
• 'No layoffs tied to the AI rollout' — be precise. If you may have to do layoffs for unrelated reasons, do not pretend otherwise. The team will discover and remember.
• 'No quotas' — this kills shadow metrics like 'percent AI authorship per engineer.' Don't let your CEO or CFO impose them.
• 'No mandate' — credible because the pilot team is opt-in. If you're mandating, this slide is a lie; remove it.
• If a senior engineer is skeptical, this slide is the moment that converts them or doesn't. Be unflinchingly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The four phases are real. If you're showing this slide and your actual plan is 'roll out to everyone Monday,' edit the slide first.
• 'Honesty checkpoint at Day 60' — a real practice. We renegotiate the plan publicly if metrics aren't tracking.
• Reading the key-principle box aloud: pause after 'We are not in a hurry to fail.' Let it land.
• The senior engineers in the room are checking whether you've actually thought this through. The four phases are how you show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'Three concrete commitments, not platitudes' — set the expectation that this slide isn't fluff.
• Career: explain re-leveling specifically. 'If you ship a skill or a hook used by another team, that counts toward your next promotion review.'
• Comp: this is the slide engineers screenshot. Make sure you're actually doing what you're saying.
• Support: 'Paid learning time' — 4 hours/week. Confirm with your CFO that this is real budget before promising.
• If you can't keep one of these commitments, remove it. Better to commit to two real things than three half-real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• Three concrete on-ramps. Engineers want to know what to DO next.
• 'Try the harness' is for everyone — sets expectation that this is opt-in but accessible.
• 'Contribute to the harness' celebrates the senior engineers who'll do this work and gives them a public path.
• 'Join the platform team' is real if you have an open req. Don't list it if you don't.
• #ai-eng must exist before this slide is shown. Office hours must be on the calendar before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FACILITATION:
• Invite questions explicitly: 'I'd rather have hard questions now than rumors later.'
• If a question is hostile, answer the substance, ignore the tone. Do not match the energy.
• If you don't know an answer, say so: 'I don't know — I'll come back to you in #ai-eng by Friday.'
• If a question reveals a real gap in your plan, acknowledge it: 'That's a fair point. We don't have a good answer yet. Let me think and come back.'
• Hard questions to expect:
  - 'What happens if the metrics don't hit?'
  - 'What about junior engineers — are you still hiring them?'
  - 'Why are we doing this when [Competitor] is laying off?'
  - 'How do I know my comp commitment is real?'
• POST-TALK: send the follow-up doc in #ai-eng by EOD. This is non-negotiable. The doc anchors what you said in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ALL-HANDS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 to AI in engineering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doing. What we're NOT doing. What's in it for you.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[VP NAME] · [DATE]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posture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07  ·  POSTURE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investing </a:t>
            </a:r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AI tooling on top of our team — </a:t>
            </a:r>
            <a:pPr indent="0" marL="0">
              <a:buNone/>
            </a:pPr>
            <a:r>
              <a:rPr lang="en-US" sz="3000" b="1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as a substitute for it.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in practice: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funding tools and harness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licenses, the platform team's harness work, training time. Real budget, not vibes.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measuring honestly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892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time, change failure rate, cost. We share the dashboard. We renegotiate if numbers don't track.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investing in your skills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certification, paid time to learn. Engineers who skill up here will be more marketable, not less.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931920" y="457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i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120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07  ·  BOUNDARIES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be clear on, in writing: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1106424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91440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LAYOFFS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 to the AI rollout. We are not planning headcount reductions justified by AI productivity. If business conditions change separately, we will tell you separately and not blame the technology.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6424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83280"/>
            <a:ext cx="91440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QUOTAS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not measuring you on number of AI tool invocations, percentage of code AI-authored, or any other 'AI usage' metric. The metrics we care about are unchanged — quality, throughput, customer outcomes.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754880"/>
            <a:ext cx="91440" cy="11887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MANDATE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have to use AI tooling. The pilot team is opt-in. We expect adoption to grow as people see what works — but it grows through demonstration, not directive.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rollout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07  ·  ROLLOUT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first, harden the harness, then expand carefully.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78892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2788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1-4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[Pilot team] runs through the harness; we measure failures and gaps.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20440" y="2011680"/>
            <a:ext cx="278892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011680"/>
            <a:ext cx="2788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2194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5-8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Harden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70332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skills, hooks, subagents. Pilot team's failures are the spec.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0" y="2011680"/>
            <a:ext cx="278892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011680"/>
            <a:ext cx="2788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194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9-12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7512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team 2 (and team 3 if pace allows). Honesty checkpoint at Day 60.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464040" y="2011680"/>
            <a:ext cx="278892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64040" y="2011680"/>
            <a:ext cx="2788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46920" y="21945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46920" y="24688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Steady state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46920" y="3017520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reviews, harness investments, new team onboarding cadence.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892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expand only as fast as the harness can support.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faster than the platform team can support is how AI rollouts fail. We are not in a hurry to fail.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it for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07  ·  FOR YOU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concrete commitments to engineers, not platitudes: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committing 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Re-leveled rubric: harness contributions count for promotion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reviews extend; they don't replace what already counts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mobility — choose what you work on within reason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828800"/>
            <a:ext cx="3520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Compensation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2628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committing 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tier (L4-L5) gets a market-aligned premium for AI fluency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 bands updated annually based on market data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 clawback if you leave the AI work for traditional work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52044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1828800"/>
            <a:ext cx="3520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057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committing 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learning time — 4 hours/week for the first quarter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Pairing with senior engineers on review and harness work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training budget [$XK/engineer/year]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get involved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07  ·  GET INVOLVED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2044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3520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ENGINEER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the harness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 CLAUDE.md and AGENTS.md in your repo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Run verify and confirm it passes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Try one of the starter skills on a real task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Share what worked and what didn't in #ai-eng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2044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280160"/>
            <a:ext cx="3520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WITH IDEAS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1783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Contribute to the harness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26060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Propose a skill, hook, or subagent in #ai-eng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 a PR with the implementation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Get feedback from platform team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Ship it; it ends up in our company plugin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280160"/>
            <a:ext cx="3520440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280160"/>
            <a:ext cx="352044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WHO LOVE TOOLING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1783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platform team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2606040"/>
            <a:ext cx="3200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Talk to [Platform Lead] about the work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We're growing platform headcount this year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Internal transfers welcomed and prioritized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2D3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Open req: [link]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ask questions: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#ai-eng on Slack  ·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 every Friday 2pm  ·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with your manager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Questions.</a:t>
            </a:r>
            <a:endParaRPr lang="en-US" sz="84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question is too pointed. Take 30 minutes if needed.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this: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doc in #ai-eng by EOD  ·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 hours Friday 2pm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Approach to AI in Engineering</dc:title>
  <dc:subject>PptxGenJS Presentation</dc:subject>
  <dc:creator>VP Engineering</dc:creator>
  <cp:lastModifiedBy>VP Engineering</cp:lastModifiedBy>
  <cp:revision>1</cp:revision>
  <dcterms:created xsi:type="dcterms:W3CDTF">2026-05-04T15:20:35Z</dcterms:created>
  <dcterms:modified xsi:type="dcterms:W3CDTF">2026-05-04T15:20:35Z</dcterms:modified>
</cp:coreProperties>
</file>